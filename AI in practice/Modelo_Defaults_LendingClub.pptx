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del Modelo de Predicción de Defaults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Lending Club Dataset</a:t>
            </a:r>
          </a:p>
          <a:p>
            <a:r>
              <a:t>Resultados y Recomendaciones Estratégicas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Modelo entrenado con 2,029,952 préstamos de Lending Club</a:t>
            </a:r>
          </a:p>
          <a:p>
            <a:r>
              <a:t>• Accuracy global: 91%</a:t>
            </a:r>
          </a:p>
          <a:p>
            <a:r>
              <a:t>• Monto promedio de préstamo: $15,194 (mediana: $13,000)</a:t>
            </a:r>
          </a:p>
          <a:p/>
          <a:p>
            <a:r>
              <a:t>🎯 Problema Principal:</a:t>
            </a:r>
          </a:p>
          <a:p>
            <a:r>
              <a:t>• 18,661 falsos negativos = $157.7 millones en pérdidas no detectadas</a:t>
            </a:r>
          </a:p>
          <a:p>
            <a:r>
              <a:t>• 15,866 falsos positivos = $30.9 millones en oportunidades perdidas</a:t>
            </a:r>
          </a:p>
          <a:p/>
          <a:p>
            <a:r>
              <a:t>💰 Impacto Total Estimado: $188.6 millones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Matriz de Confusión - Resultados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                PREDICCIÓN</a:t>
            </a:r>
          </a:p>
          <a:p>
            <a:r>
              <a:t>REAL            No Default    Default</a:t>
            </a:r>
          </a:p>
          <a:p>
            <a:r>
              <a:t>No Default       327,431      15,866  ← Falsos Positivos</a:t>
            </a:r>
          </a:p>
          <a:p>
            <a:r>
              <a:t>Default           18,661      44,033  ← Falsos Negativos</a:t>
            </a:r>
          </a:p>
          <a:p/>
          <a:p>
            <a:r>
              <a:t>✅ Aciertos: 371,464 (91.4%)</a:t>
            </a:r>
          </a:p>
          <a:p>
            <a:r>
              <a:t>❌ Errores: 34,527 (8.6%)</a:t>
            </a:r>
          </a:p>
          <a:p/>
          <a:p>
            <a:r>
              <a:t>🚨 CRÍTICO: Los falsos negativos son 4.3x más costosos que los falsos positivos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Métricas de Performance por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🔵 CLASE 0 (No Default) - Excelente Performance:</a:t>
            </a:r>
          </a:p>
          <a:p>
            <a:r>
              <a:t>• Precisión: 95% - De los que predice seguros, 95% lo son</a:t>
            </a:r>
          </a:p>
          <a:p>
            <a:r>
              <a:t>• Recall: 95% - Detecta correctamente 95% de préstamos seguros</a:t>
            </a:r>
          </a:p>
          <a:p>
            <a:r>
              <a:t>• F1-Score: 95%</a:t>
            </a:r>
          </a:p>
          <a:p/>
          <a:p>
            <a:r>
              <a:t>🔴 CLASE 1 (Default) - Performance Moderada:</a:t>
            </a:r>
          </a:p>
          <a:p>
            <a:r>
              <a:t>• Precisión: 74% - Solo 74% de predicciones de riesgo son correctas</a:t>
            </a:r>
          </a:p>
          <a:p>
            <a:r>
              <a:t>• Recall: 70% - Solo detecta 70% de defaults reales</a:t>
            </a:r>
          </a:p>
          <a:p>
            <a:r>
              <a:t>• F1-Score: 72%</a:t>
            </a:r>
          </a:p>
          <a:p/>
          <a:p>
            <a:r>
              <a:t>⚠️ Oportunidad de mejora en detección de defaults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Top 10 Variables Más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🏆 last_fico_range_low (24.5%) - Score FICO actual (mínimo)</a:t>
            </a:r>
          </a:p>
          <a:p>
            <a:r>
              <a:t>2. 🥈 last_fico_range_high (23.3%) - Score FICO actual (máximo)</a:t>
            </a:r>
          </a:p>
          <a:p>
            <a:r>
              <a:t>3. 🥉 Unnamed: 0 (1.8%) - Variable técnica</a:t>
            </a:r>
          </a:p>
          <a:p>
            <a:r>
              <a:t>4. dti (1.7%) - Relación deuda-ingreso</a:t>
            </a:r>
          </a:p>
          <a:p>
            <a:r>
              <a:t>5. installment (1.7%) - Monto pago mensual</a:t>
            </a:r>
          </a:p>
          <a:p>
            <a:r>
              <a:t>6. avg_cur_bal (1.6%) - Saldo promedio actual</a:t>
            </a:r>
          </a:p>
          <a:p>
            <a:r>
              <a:t>7. bc_open_to_buy (1.6%) - Crédito disponible tarjetas</a:t>
            </a:r>
          </a:p>
          <a:p>
            <a:r>
              <a:t>8. bc_util (1.5%) - Utilización crédito bancario</a:t>
            </a:r>
          </a:p>
          <a:p>
            <a:r>
              <a:t>9. mo_sin_old_il_acct (1.5%) - Antigüedad línea crédito</a:t>
            </a:r>
          </a:p>
          <a:p>
            <a:r>
              <a:t>10. funded_amnt_inv (1.3%) - Monto financiado inversionistas</a:t>
            </a:r>
          </a:p>
          <a:p/>
          <a:p>
            <a:r>
              <a:t>💡 Los scores FICO actuales son el 47.8% de la importancia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Análisis de Impacto Económico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📊 CÁLCULO DE COSTOS (Estimaciones basadas en industria):</a:t>
            </a:r>
          </a:p>
          <a:p/>
          <a:p>
            <a:r>
              <a:t>🔴 FALSOS NEGATIVOS (18,661 casos):</a:t>
            </a:r>
          </a:p>
          <a:p>
            <a:r>
              <a:t>• Pérdida estimada: 65% del monto prestado</a:t>
            </a:r>
          </a:p>
          <a:p>
            <a:r>
              <a:t>• Costo por préstamo: $13,000 × 0.65 = $8,450</a:t>
            </a:r>
          </a:p>
          <a:p>
            <a:r>
              <a:t>• 💸 TOTAL: $157.7 millones</a:t>
            </a:r>
          </a:p>
          <a:p/>
          <a:p>
            <a:r>
              <a:t>🟡 FALSOS POSITIVOS (15,866 casos):</a:t>
            </a:r>
          </a:p>
          <a:p>
            <a:r>
              <a:t>• Ganancia perdida: 15% del monto prestado</a:t>
            </a:r>
          </a:p>
          <a:p>
            <a:r>
              <a:t>• Oportunidad perdida: $13,000 × 0.15 = $1,950</a:t>
            </a:r>
          </a:p>
          <a:p>
            <a:r>
              <a:t>• 💸 TOTAL: $30.9 millones</a:t>
            </a:r>
          </a:p>
          <a:p/>
          <a:p>
            <a:r>
              <a:t>⚖️ RATIO DE IMPACTO: 5:1 (Falsos negativos vs positivos)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Recomendaciones Estratégicas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🚀 INMEDIATAS (1-2 semanas):</a:t>
            </a:r>
          </a:p>
          <a:p>
            <a:r>
              <a:t>• Ajustar umbral de decisión para ser más conservadores</a:t>
            </a:r>
          </a:p>
          <a:p>
            <a:r>
              <a:t>• Priorizar reducción de falsos negativos (reduce 83.6% del costo)</a:t>
            </a:r>
          </a:p>
          <a:p>
            <a:r>
              <a:t>• Implementar alertas automáticas para scores FICO &lt; 650</a:t>
            </a:r>
          </a:p>
          <a:p/>
          <a:p>
            <a:r>
              <a:t>📈 MEDIANO PLAZO (1-3 meses):</a:t>
            </a:r>
          </a:p>
          <a:p>
            <a:r>
              <a:t>• Reentrenar modelo con técnicas de balance de clases</a:t>
            </a:r>
          </a:p>
          <a:p>
            <a:r>
              <a:t>• Incorporar variables de comportamiento temporal</a:t>
            </a:r>
          </a:p>
          <a:p>
            <a:r>
              <a:t>• Validar estimaciones de pérdida con datos reales del dataset</a:t>
            </a:r>
          </a:p>
          <a:p/>
          <a:p>
            <a:r>
              <a:t>🔬 LARGO PLAZO (3-6 meses):</a:t>
            </a:r>
          </a:p>
          <a:p>
            <a:r>
              <a:t>• Modelo ensemble combinando múltiples algoritmos</a:t>
            </a:r>
          </a:p>
          <a:p>
            <a:r>
              <a:t>• Sistema de scoring dinámico que se actualice mensualmente</a:t>
            </a:r>
          </a:p>
          <a:p>
            <a:r>
              <a:t>• Análisis de segmentación por perfil de riesgo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📋 PLAN DE ACCIÓN:</a:t>
            </a:r>
          </a:p>
          <a:p/>
          <a:p>
            <a:r>
              <a:t>1️⃣ ANÁLISIS ADICIONAL REQUERIDO:</a:t>
            </a:r>
          </a:p>
          <a:p>
            <a:r>
              <a:t>• Calcular ROI real usando variables del dataset</a:t>
            </a:r>
          </a:p>
          <a:p>
            <a:r>
              <a:t>• Segmentar por tipo de préstamo y perfil de cliente</a:t>
            </a:r>
          </a:p>
          <a:p>
            <a:r>
              <a:t>• Validar estimaciones con datos históricos</a:t>
            </a:r>
          </a:p>
          <a:p/>
          <a:p>
            <a:r>
              <a:t>2️⃣ IMPLEMENTACIÓN TÉCNICA:</a:t>
            </a:r>
          </a:p>
          <a:p>
            <a:r>
              <a:t>• Monitoreo en tiempo real del modelo</a:t>
            </a:r>
          </a:p>
          <a:p>
            <a:r>
              <a:t>• Dashboard ejecutivo con métricas clave</a:t>
            </a:r>
          </a:p>
          <a:p>
            <a:r>
              <a:t>• Sistema de alertas automáticas</a:t>
            </a:r>
          </a:p>
          <a:p/>
          <a:p>
            <a:r>
              <a:t>3️⃣ MONITOREO CONTINUO:</a:t>
            </a:r>
          </a:p>
          <a:p>
            <a:r>
              <a:t>• KPIs de performance modelo (mensual)</a:t>
            </a:r>
          </a:p>
          <a:p>
            <a:r>
              <a:t>• Análisis de deriva de datos (data drift)</a:t>
            </a:r>
          </a:p>
          <a:p>
            <a:r>
              <a:t>• Reevaluación de umbral óptimo (trimestral)</a:t>
            </a:r>
          </a:p>
          <a:p/>
          <a:p>
            <a:r>
              <a:t>🎯 Meta: Reducir falsos negativos en 30% en 6 meses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